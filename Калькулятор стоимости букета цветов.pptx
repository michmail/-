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63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35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997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79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34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79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147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59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417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6516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68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7021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5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9692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094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653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31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351B8-49D7-47E7-9262-3734A9783CB6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C4933B3-523B-4EB0-BCDC-933409C373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10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mtClean="0"/>
              <a:t>Калькулятор стоимости букета цветов</a:t>
            </a:r>
            <a:br>
              <a:rPr lang="ru-RU" smtClean="0"/>
            </a:br>
            <a:r>
              <a:rPr lang="ru-RU" sz="3200" smtClean="0"/>
              <a:t>Защита чебной практики (УП.02)</a:t>
            </a:r>
            <a:endParaRPr lang="ru-RU" sz="32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80447" y="4812274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mtClean="0"/>
              <a:t>Студент: Полыяков МихаилСергеевич</a:t>
            </a:r>
          </a:p>
          <a:p>
            <a:pPr algn="r"/>
            <a:r>
              <a:rPr lang="ru-RU" smtClean="0"/>
              <a:t>Группа: ИС-2/25</a:t>
            </a:r>
          </a:p>
          <a:p>
            <a:pPr algn="r"/>
            <a:r>
              <a:rPr lang="ru-RU" smtClean="0"/>
              <a:t>Преподаватель: Баранков В.С.</a:t>
            </a:r>
          </a:p>
          <a:p>
            <a:pPr algn="r"/>
            <a:r>
              <a:rPr lang="ru-RU" smtClean="0"/>
              <a:t>Дата: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20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Цель и назначение программы</a:t>
            </a:r>
            <a:endParaRPr lang="ru-RU" b="1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Цель работы:</a:t>
            </a:r>
          </a:p>
          <a:p>
            <a:r>
              <a:rPr lang="ru-RU" smtClean="0"/>
              <a:t>Разработка консольногор и графического приложения для автоматического расчета стоимости букета цветов</a:t>
            </a:r>
          </a:p>
          <a:p>
            <a:r>
              <a:rPr lang="ru-RU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Назначение </a:t>
            </a:r>
          </a:p>
          <a:p>
            <a:r>
              <a:rPr lang="ru-RU" smtClean="0"/>
              <a:t>Программа помогает пеокукпателю быстро расчитать стоимость букета цветов:</a:t>
            </a:r>
          </a:p>
          <a:p>
            <a:r>
              <a:rPr lang="ru-RU" smtClean="0"/>
              <a:t>Типаи количества цветов</a:t>
            </a:r>
          </a:p>
          <a:p>
            <a:r>
              <a:rPr lang="ru-RU" smtClean="0"/>
              <a:t>Упаковки</a:t>
            </a:r>
          </a:p>
          <a:p>
            <a:r>
              <a:rPr lang="ru-RU" smtClean="0"/>
              <a:t>Доставки, открытки</a:t>
            </a:r>
          </a:p>
          <a:p>
            <a:r>
              <a:rPr lang="ru-RU" smtClean="0"/>
              <a:t>Скидок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192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Модульная структура</a:t>
            </a:r>
            <a:endParaRPr lang="ru-RU" b="1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Проект состоит из 6 модулей</a:t>
            </a:r>
            <a:endParaRPr lang="ru-RU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795979"/>
              </p:ext>
            </p:extLst>
          </p:nvPr>
        </p:nvGraphicFramePr>
        <p:xfrm>
          <a:off x="2283013" y="2521571"/>
          <a:ext cx="8128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20240">
                <a:tc>
                  <a:txBody>
                    <a:bodyPr/>
                    <a:lstStyle/>
                    <a:p>
                      <a:r>
                        <a:rPr lang="ru-RU" smtClean="0"/>
                        <a:t>Модуль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Функция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main.py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Графический интерфейс (</a:t>
                      </a:r>
                      <a:r>
                        <a:rPr lang="en-US" smtClean="0"/>
                        <a:t>Tkinter)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calculator.pu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Расчет</a:t>
                      </a:r>
                      <a:r>
                        <a:rPr lang="ru-RU" baseline="0" smtClean="0"/>
                        <a:t> стоимости цветов, упаковки, услуг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surcharges.py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Скидка (за количество и самовывоз)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logger.py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Сохрпанение результатов в файл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Input_output.py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Консольный вывод/ввод (заппасной</a:t>
                      </a:r>
                      <a:r>
                        <a:rPr lang="ru-RU" baseline="0" smtClean="0"/>
                        <a:t> вариант)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mtClean="0"/>
                        <a:t>comparator.pu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Сраувнение двух вариантов</a:t>
                      </a:r>
                      <a:r>
                        <a:rPr lang="ru-RU" baseline="0" smtClean="0"/>
                        <a:t> букетов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53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Демонстрация работы</a:t>
            </a:r>
            <a:endParaRPr lang="ru-RU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0570" y="1452870"/>
            <a:ext cx="2765615" cy="4223459"/>
          </a:xfr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75" y="1462310"/>
            <a:ext cx="2852293" cy="425169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970" y="1462309"/>
            <a:ext cx="2716630" cy="4224331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300" y="1452870"/>
            <a:ext cx="2722700" cy="423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9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89330" y="2034988"/>
            <a:ext cx="8915400" cy="3777622"/>
          </a:xfrm>
        </p:spPr>
        <p:txBody>
          <a:bodyPr/>
          <a:lstStyle/>
          <a:p>
            <a:r>
              <a:rPr lang="ru-RU" smtClean="0"/>
              <a:t>Пример Работы:</a:t>
            </a:r>
          </a:p>
          <a:p>
            <a:pPr marL="0" indent="0">
              <a:buNone/>
            </a:pPr>
            <a:r>
              <a:rPr lang="ru-RU" smtClean="0"/>
              <a:t>Выбран тип Цветов: Розы</a:t>
            </a:r>
          </a:p>
          <a:p>
            <a:pPr marL="0" indent="0">
              <a:buNone/>
            </a:pPr>
            <a:r>
              <a:rPr lang="ru-RU" smtClean="0"/>
              <a:t>Количество: 23 штуки</a:t>
            </a:r>
          </a:p>
          <a:p>
            <a:pPr marL="0" indent="0">
              <a:buNone/>
            </a:pPr>
            <a:r>
              <a:rPr lang="ru-RU" smtClean="0"/>
              <a:t>Упаковка: Бумага</a:t>
            </a:r>
          </a:p>
          <a:p>
            <a:pPr marL="0" indent="0">
              <a:buNone/>
            </a:pPr>
            <a:r>
              <a:rPr lang="ru-RU" smtClean="0"/>
              <a:t>Доставка: да</a:t>
            </a:r>
          </a:p>
          <a:p>
            <a:pPr marL="0" indent="0">
              <a:buNone/>
            </a:pPr>
            <a:r>
              <a:rPr lang="ru-RU" smtClean="0"/>
              <a:t>Откерытка: да</a:t>
            </a:r>
          </a:p>
          <a:p>
            <a:pPr marL="0" indent="0">
              <a:buNone/>
            </a:pPr>
            <a:r>
              <a:rPr lang="ru-RU" smtClean="0"/>
              <a:t>Стоимость: (150*23+100+300+50)-195=3705.00 руб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229" y="0"/>
            <a:ext cx="44907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6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Математическая модель</a:t>
            </a:r>
            <a:endParaRPr lang="ru-RU" b="1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= (Р_цветка* </a:t>
            </a:r>
            <a:r>
              <a:rPr lang="en-US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ru-RU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+Р_упаковки + 300*Доставка + 50*Открытка</a:t>
            </a:r>
            <a:endParaRPr lang="ru-RU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506681"/>
              </p:ext>
            </p:extLst>
          </p:nvPr>
        </p:nvGraphicFramePr>
        <p:xfrm>
          <a:off x="714189" y="2611219"/>
          <a:ext cx="5184588" cy="14833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92294"/>
                <a:gridCol w="2592294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mtClean="0"/>
                        <a:t>Цветок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Цена за</a:t>
                      </a:r>
                      <a:r>
                        <a:rPr lang="ru-RU" baseline="0" smtClean="0"/>
                        <a:t> шт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mtClean="0"/>
                        <a:t>Розы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150</a:t>
                      </a:r>
                      <a:r>
                        <a:rPr lang="ru-RU" baseline="0" smtClean="0"/>
                        <a:t> руб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mtClean="0"/>
                        <a:t>Тюльпаны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80 руб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mtClean="0"/>
                        <a:t>Хризантемы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100 руб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680747"/>
              </p:ext>
            </p:extLst>
          </p:nvPr>
        </p:nvGraphicFramePr>
        <p:xfrm>
          <a:off x="6113930" y="2608730"/>
          <a:ext cx="5746376" cy="147688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873188"/>
                <a:gridCol w="2873188"/>
              </a:tblGrid>
              <a:tr h="369221">
                <a:tc>
                  <a:txBody>
                    <a:bodyPr/>
                    <a:lstStyle/>
                    <a:p>
                      <a:r>
                        <a:rPr lang="ru-RU" smtClean="0"/>
                        <a:t>Упаковка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Цена</a:t>
                      </a:r>
                      <a:endParaRPr lang="ru-RU"/>
                    </a:p>
                  </a:txBody>
                  <a:tcPr/>
                </a:tc>
              </a:tr>
              <a:tr h="369221">
                <a:tc>
                  <a:txBody>
                    <a:bodyPr/>
                    <a:lstStyle/>
                    <a:p>
                      <a:r>
                        <a:rPr lang="ru-RU" smtClean="0"/>
                        <a:t>Лента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50 руб</a:t>
                      </a:r>
                      <a:endParaRPr lang="ru-RU"/>
                    </a:p>
                  </a:txBody>
                  <a:tcPr/>
                </a:tc>
              </a:tr>
              <a:tr h="369221">
                <a:tc>
                  <a:txBody>
                    <a:bodyPr/>
                    <a:lstStyle/>
                    <a:p>
                      <a:r>
                        <a:rPr lang="ru-RU" smtClean="0"/>
                        <a:t>Бумага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100 руб</a:t>
                      </a:r>
                      <a:endParaRPr lang="ru-RU"/>
                    </a:p>
                  </a:txBody>
                  <a:tcPr/>
                </a:tc>
              </a:tr>
              <a:tr h="369221">
                <a:tc>
                  <a:txBody>
                    <a:bodyPr/>
                    <a:lstStyle/>
                    <a:p>
                      <a:r>
                        <a:rPr lang="ru-RU" smtClean="0"/>
                        <a:t>Корзина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mtClean="0"/>
                        <a:t>200 руб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6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Скидки и логирование</a:t>
            </a:r>
            <a:endParaRPr lang="ru-RU" b="1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mtClean="0"/>
              <a:t>Скидки (суммируются, но не более 10%)</a:t>
            </a:r>
          </a:p>
          <a:p>
            <a:r>
              <a:rPr lang="ru-RU" smtClean="0"/>
              <a:t>5% - при количестве цветов </a:t>
            </a:r>
            <a:r>
              <a:rPr lang="ru-RU" smtClean="0">
                <a:cs typeface="Angsana New" panose="02020603050405020304" pitchFamily="18" charset="-34"/>
              </a:rPr>
              <a:t>&gt; 20 штук</a:t>
            </a:r>
          </a:p>
          <a:p>
            <a:r>
              <a:rPr lang="ru-RU" smtClean="0">
                <a:cs typeface="Angsana New" panose="02020603050405020304" pitchFamily="18" charset="-34"/>
              </a:rPr>
              <a:t>5% - при самовывозе</a:t>
            </a:r>
          </a:p>
          <a:p>
            <a:r>
              <a:rPr lang="ru-RU" smtClean="0">
                <a:cs typeface="Angsana New" panose="02020603050405020304" pitchFamily="18" charset="-34"/>
              </a:rPr>
              <a:t>Логирование</a:t>
            </a:r>
          </a:p>
          <a:p>
            <a:r>
              <a:rPr lang="ru-RU" smtClean="0">
                <a:cs typeface="Angsana New" panose="02020603050405020304" pitchFamily="18" charset="-34"/>
              </a:rPr>
              <a:t>Каждый расчет сохраняеться в файл </a:t>
            </a:r>
            <a:r>
              <a:rPr lang="en-US" smtClean="0">
                <a:cs typeface="Angsana New" panose="02020603050405020304" pitchFamily="18" charset="-34"/>
              </a:rPr>
              <a:t>bouquet_calculations.log</a:t>
            </a:r>
            <a:endParaRPr lang="ru-RU" smtClean="0">
              <a:cs typeface="Angsana New" panose="02020603050405020304" pitchFamily="18" charset="-34"/>
            </a:endParaRPr>
          </a:p>
          <a:p>
            <a:r>
              <a:rPr lang="ru-RU" smtClean="0">
                <a:cs typeface="Angsana New" panose="02020603050405020304" pitchFamily="18" charset="-34"/>
              </a:rPr>
              <a:t>Запись содержит дату, время, все параметры и итоговую стоимость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09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smtClean="0"/>
              <a:t>Заключение и вывод</a:t>
            </a:r>
            <a:endParaRPr lang="ru-RU" b="1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Что сделанно:</a:t>
            </a:r>
          </a:p>
          <a:p>
            <a:r>
              <a:rPr lang="ru-RU" smtClean="0"/>
              <a:t>Разрпаботанно приложение с гарфическим интерфейсом </a:t>
            </a:r>
          </a:p>
          <a:p>
            <a:r>
              <a:rPr lang="ru-RU" smtClean="0"/>
              <a:t>Программа рабоатет без командной сторки (удобный Интерфейс)</a:t>
            </a:r>
          </a:p>
          <a:p>
            <a:r>
              <a:rPr lang="ru-RU" smtClean="0"/>
              <a:t>Реализованны все функции: рнасчет, скидки,логирование</a:t>
            </a:r>
          </a:p>
          <a:p>
            <a:r>
              <a:rPr lang="ru-RU" smtClean="0"/>
              <a:t>Проведены тестирования, все тесты пройдены</a:t>
            </a:r>
          </a:p>
          <a:p>
            <a:r>
              <a:rPr lang="ru-RU" smtClean="0"/>
              <a:t>Код соответствует </a:t>
            </a:r>
            <a:r>
              <a:rPr lang="en-US" smtClean="0"/>
              <a:t>PEP8</a:t>
            </a:r>
            <a:r>
              <a:rPr lang="ru-RU" smtClean="0"/>
              <a:t>, есть </a:t>
            </a:r>
            <a:r>
              <a:rPr lang="en-US" smtClean="0"/>
              <a:t>docstring</a:t>
            </a:r>
            <a:endParaRPr lang="ru-RU" smtClean="0"/>
          </a:p>
          <a:p>
            <a:r>
              <a:rPr lang="ru-RU" b="1" i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Чему научились:</a:t>
            </a:r>
          </a:p>
          <a:p>
            <a:r>
              <a:rPr lang="ru-RU" smtClean="0"/>
              <a:t>Проектирповать модульную архитектуру</a:t>
            </a:r>
          </a:p>
          <a:p>
            <a:r>
              <a:rPr lang="ru-RU" smtClean="0"/>
              <a:t>Работать с </a:t>
            </a:r>
            <a:r>
              <a:rPr lang="en-US" smtClean="0"/>
              <a:t>Tkinter</a:t>
            </a:r>
            <a:r>
              <a:rPr lang="ru-RU" smtClean="0"/>
              <a:t> (графические окна)</a:t>
            </a:r>
          </a:p>
          <a:p>
            <a:r>
              <a:rPr lang="ru-RU" smtClean="0"/>
              <a:t>Использовать </a:t>
            </a:r>
            <a:r>
              <a:rPr lang="en-US" smtClean="0"/>
              <a:t>Git </a:t>
            </a:r>
            <a:r>
              <a:rPr lang="ru-RU" smtClean="0"/>
              <a:t>и </a:t>
            </a:r>
            <a:r>
              <a:rPr lang="en-US" smtClean="0"/>
              <a:t>GitHub</a:t>
            </a:r>
            <a:endParaRPr lang="ru-RU" smtClean="0"/>
          </a:p>
          <a:p>
            <a:r>
              <a:rPr lang="ru-RU" smtClean="0"/>
              <a:t>Писать техническю документацию</a:t>
            </a: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94018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2788555"/>
            <a:ext cx="8911687" cy="1280890"/>
          </a:xfrm>
        </p:spPr>
        <p:txBody>
          <a:bodyPr/>
          <a:lstStyle/>
          <a:p>
            <a:r>
              <a:rPr lang="ru-RU" b="1" i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Спаисбо за внимание!</a:t>
            </a:r>
            <a:endParaRPr lang="ru-RU" b="1" i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378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</TotalTime>
  <Words>276</Words>
  <Application>Microsoft Office PowerPoint</Application>
  <PresentationFormat>Широкоэкранный</PresentationFormat>
  <Paragraphs>76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Angsana New</vt:lpstr>
      <vt:lpstr>Arial</vt:lpstr>
      <vt:lpstr>Century Gothic</vt:lpstr>
      <vt:lpstr>Wingdings 3</vt:lpstr>
      <vt:lpstr>Легкий дым</vt:lpstr>
      <vt:lpstr>Калькулятор стоимости букета цветов Защита чебной практики (УП.02)</vt:lpstr>
      <vt:lpstr>Цель и назначение программы</vt:lpstr>
      <vt:lpstr>Модульная структура</vt:lpstr>
      <vt:lpstr>Демонстрация работы</vt:lpstr>
      <vt:lpstr>Презентация PowerPoint</vt:lpstr>
      <vt:lpstr>Математическая модель</vt:lpstr>
      <vt:lpstr>Скидки и логирование</vt:lpstr>
      <vt:lpstr>Заключение и вывод</vt:lpstr>
      <vt:lpstr>Спаисбо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Калькулятор стоимости букета цветов Защита чебной практики (УП.02)</dc:title>
  <dc:creator>User404</dc:creator>
  <cp:lastModifiedBy>User404</cp:lastModifiedBy>
  <cp:revision>5</cp:revision>
  <dcterms:created xsi:type="dcterms:W3CDTF">2026-06-05T09:38:08Z</dcterms:created>
  <dcterms:modified xsi:type="dcterms:W3CDTF">2026-06-05T10:19:37Z</dcterms:modified>
</cp:coreProperties>
</file>